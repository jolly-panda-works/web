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llypanda.ir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ollypanda.ir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5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4937760" cy="4937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pic>
        <p:nvPicPr>
          <p:cNvPr id="3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572000" cy="4572000"/>
          </a:xfrm>
          <a:prstGeom prst="rect">
            <a:avLst/>
          </a:prstGeom>
        </p:spPr>
      </p:pic>
      <p:pic>
        <p:nvPicPr>
          <p:cNvPr id="4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57200"/>
            <a:ext cx="822960" cy="83484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35040" y="502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پلن‌ها و تعرفه‌های طراحی و پیاده‌سازی وبسایت</a:t>
            </a:r>
            <a:endParaRPr lang="fa-IR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4114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بلاگ · پورتفولیو · شرکتی · آموزشگاهی · خبری · فروشگاهی</a:t>
            </a:r>
            <a:endParaRPr lang="fa-IR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4572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 پلن اکونومی، ویژه و اختصاصی برای هر نوع وبسایت</a:t>
            </a:r>
            <a:endParaRPr lang="fa-IR" sz="1600" dirty="0"/>
          </a:p>
        </p:txBody>
      </p:sp>
      <p:sp>
        <p:nvSpPr>
          <p:cNvPr id="9" name="Text 5">
            <a:hlinkClick r:id="rId3" tooltip=""/>
          </p:cNvPr>
          <p:cNvSpPr txBox="1"/>
          <p:nvPr/>
        </p:nvSpPr>
        <p:spPr>
          <a:xfrm>
            <a:off x="8869680" y="5532120"/>
            <a:ext cx="2770632" cy="45720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www.jollypanda.ir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مقایسه قیمت پلن‌ها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قیمت شروع هر پلن بر حسب دلار آمریکا؛ جزئیات هر نوع وبسایت در اسلایدهای بعد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3840480" y="14813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0" y="1481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62072"/>
              </a:tblGrid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نوع وبسایت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۱٬۴۰۰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۲۵۰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بلاگ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۱٬۶۰۰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پورتفولیو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۲٬۴۰۰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۱٬۰۰۰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۴۵۰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شرکتی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۳٬۸۰۰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۱٬۶۰۰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آموزشگاهی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۴٬۲۰۰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۱٬۸۰۰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۸۰۰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خبری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۵٬۰۰۰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7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۲٬۰۰۰ دلار</a:t>
                      </a:r>
                      <a:endParaRPr lang="fa-IR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۹۰۰ دلار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6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فروشگاهی</a:t>
                      </a:r>
                      <a:endParaRPr lang="fa-I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بلاگ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نویسنده‌ها و برندهایی که می‌خواهند با محتوا دیده شوند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نامحدود، بر اساس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۱۰ صفحه + دسته‌بندی و برچسب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۵ صفحه (خانه، مقالات، درباره، تماس)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ساختار و صفحات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چندنویسنده، اشتراک و محتوای ویژه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عضویت، نظرات پیشرفته و خبرنامه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نظرات و جستجوی ساده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۲۰ تا ۳۰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۱۰ تا ۱۵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 تا ۱۰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۱٬۴۰۰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۲۵۰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پورتفولیو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نمونه‌کارهایتان را حرفه‌ای و جذاب به نمایش بگذارید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نامحدود، بر اساس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۸ صفحه + صفحه جزئیات هر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۵ صفحه (خانه، نمونه‌کار، درباره، تماس)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ساختار و صفحات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انیمیشن تعاملی، ویدئو و چندزبانه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گالری فیلتردار، رزومه و بلاگ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گالری نمونه‌کار و فرم تماس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۲۰ تا ۳۰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۱۰ تا ۱۵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 تا ۱۰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۱٬۶۰۰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شرکتی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معرفی کسب‌وکار و جلب اعتماد مشتریان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نامحدود، بر اساس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۱۲ صفحه + صفحه هر خدمت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۶ صفحه (خانه، خدمات، درباره، تماس)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ساختار و صفحات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چندزبانه، پنل مشتری و اتصال به CRM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بلاگ، نمونه‌کار و فرم درخواست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فرم تماس و نقشه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۲۵ تا ۴۵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۱۲ تا ۲۰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 تا ۱۲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۲٬۴۰۰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۱٬۰۰۰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۴۵۰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آموزشگاهی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معرفی دوره‌ها، ثبت‌نام آنلاین و مدیریت هنرجویان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نامحدود، بر اساس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دوره‌ها، تقویم کلاس و ثبت‌نام آنلاین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معرفی دوره‌ها و اساتید (تا ۸ صفحه)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ساختار و صفحات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آزمون آنلاین، ویدئوی دوره و کلاس زنده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پنل هنرجو، گواهی‌نامه و پیامک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ثبت‌نام آنلاین و درگاه پرداخت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۳۰ تا ۶۰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۱۵ تا ۲۵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۱۰ تا ۱۵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۳٬۸۰۰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۱٬۶۰۰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۷۰۰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خبری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سایت خبری سریع و سئو‌محور برای انتشار مداوم محتوا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نامحدود، بر اساس پروژه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همه موارد پایه + اخبار فوری و ویژه‌نامه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صفحه اصلی، دسته‌بندی و آرشیو اخبار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ساختار و صفحات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چندنویسنده، گردش‌کار انتشار و اعلان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پنل خبرنگاران و مدیریت تبلیغات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دسته‌بندی، جستجو و نظرات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۳۰ تا ۶۰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۱۵ تا ۳۰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۱۰ تا ۱۵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۴٬۲۰۰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۱٬۸۰۰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۸۰۰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32004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وبسایت فروشگاهی</a:t>
            </a:r>
            <a:endParaRPr lang="fa-IR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0058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فروشگاه آنلاین کامل با سبد خرید و درگاه پرداخت</a:t>
            </a:r>
            <a:endParaRPr lang="fa-IR" sz="1500" dirty="0"/>
          </a:p>
        </p:txBody>
      </p:sp>
      <p:sp>
        <p:nvSpPr>
          <p:cNvPr id="5" name="Shape 2"/>
          <p:cNvSpPr/>
          <p:nvPr/>
        </p:nvSpPr>
        <p:spPr>
          <a:xfrm>
            <a:off x="4261104" y="1463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415"/>
          </a:solidFill>
          <a:ln w="12700">
            <a:solidFill>
              <a:srgbClr val="3A24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61104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 ویژه</a:t>
            </a:r>
            <a:endParaRPr lang="fa-IR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3026664"/>
                <a:gridCol w="3026664"/>
                <a:gridCol w="2011680"/>
              </a:tblGrid>
              <a:tr h="4572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اختصاصی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570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ویژه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832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18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پلن اکونومی</a:t>
                      </a:r>
                      <a:endParaRPr lang="fa-IR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</a:t>
                      </a:r>
                      <a:endParaRPr lang="fa-IR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محصولات نامحدود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۵۰۰ محصول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 ۵۰ محصول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تعداد محصول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کاملاً اختصاصی + انیمیشن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اختصاصی رابط کاربری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قالب آماده با شخصی‌سازی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باشگاه مشتریان و اتصال به انبار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کد تخفیف، موجودی و پیامک سفارش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سبد خرید و درگاه پرداخت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امکانات کلیدی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کامل + نقشه سایت و اسکیما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فنی + بهینه‌سازی سرعت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سئوی پایه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سئو و سرعت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۶ ماه پشتیبانی اولویت‌دار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 ماه پشتیبانی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۳۰ تا ۶۰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۱۵ تا ۳۰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200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۱۰ تا ۱۵ روز کاری</a:t>
                      </a:r>
                      <a:endParaRPr lang="fa-IR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3A2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تحویل</a:t>
                      </a:r>
                      <a:endParaRPr lang="fa-IR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۵٬۰۰۰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۲٬۰۰۰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fa-IR" altLang="en-US" sz="2200" b="1" dirty="0">
                          <a:solidFill>
                            <a:srgbClr val="C45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۹۰۰ دلار</a:t>
                      </a:r>
                      <a:endParaRPr lang="fa-IR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7C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قیمت شروع</a:t>
                      </a:r>
                      <a:endParaRPr lang="fa-IR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5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45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4389120" cy="438912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pic>
        <p:nvPicPr>
          <p:cNvPr id="3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4078224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640080"/>
            <a:ext cx="6245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آماده شروع هستید؟</a:t>
            </a:r>
            <a:endParaRPr lang="fa-IR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600200"/>
            <a:ext cx="624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قیمت نهایی در جلسه مشاوره با تیم Jolly Panda تعیین می‌شود</a:t>
            </a:r>
            <a:endParaRPr lang="fa-IR" sz="1800" dirty="0"/>
          </a:p>
        </p:txBody>
      </p:sp>
      <p:sp>
        <p:nvSpPr>
          <p:cNvPr id="6" name="Shape 3"/>
          <p:cNvSpPr/>
          <p:nvPr/>
        </p:nvSpPr>
        <p:spPr>
          <a:xfrm>
            <a:off x="11365992" y="2788920"/>
            <a:ext cx="274320" cy="27432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0" y="265176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قیمت‌ها به دلار آمریکا و نقطه شروع هر پلن هستند</a:t>
            </a:r>
            <a:endParaRPr lang="fa-IR" sz="1700" dirty="0"/>
          </a:p>
        </p:txBody>
      </p:sp>
      <p:sp>
        <p:nvSpPr>
          <p:cNvPr id="8" name="Shape 5"/>
          <p:cNvSpPr/>
          <p:nvPr/>
        </p:nvSpPr>
        <p:spPr>
          <a:xfrm>
            <a:off x="11365992" y="3520440"/>
            <a:ext cx="274320" cy="27432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338328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هزینه دامنه و هاست جدا از پلن‌ها محاسبه می‌شود</a:t>
            </a:r>
            <a:endParaRPr lang="fa-IR" sz="1700" dirty="0"/>
          </a:p>
        </p:txBody>
      </p:sp>
      <p:sp>
        <p:nvSpPr>
          <p:cNvPr id="10" name="Shape 7"/>
          <p:cNvSpPr/>
          <p:nvPr/>
        </p:nvSpPr>
        <p:spPr>
          <a:xfrm>
            <a:off x="11365992" y="4251960"/>
            <a:ext cx="274320" cy="27432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411480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همه پلن‌ها شامل طراحی واکنش‌گرا (موبایل و تبلت) و گواهی SSL هستند</a:t>
            </a:r>
            <a:endParaRPr lang="fa-IR" sz="17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8869680" y="5257800"/>
            <a:ext cx="2770632" cy="502920"/>
          </a:xfrm>
          <a:prstGeom prst="roundRect">
            <a:avLst>
              <a:gd name="adj" fmla="val 49091"/>
            </a:avLst>
          </a:prstGeom>
          <a:solidFill>
            <a:srgbClr val="FFD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3A241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www.jollypanda.ir</a:t>
            </a:r>
            <a:endParaRPr lang="en-US" sz="1600" dirty="0"/>
          </a:p>
        </p:txBody>
      </p:sp>
      <p:pic>
        <p:nvPicPr>
          <p:cNvPr id="13" name="Image 1" descr="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91072"/>
            <a:ext cx="329184" cy="3337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60120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www.jollypanda.ir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897112" y="6291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Jolly Panda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پلن‌های طراحی وبسایت - Jolly Panda Studio</dc:title>
  <dc:subject>PptxGenJS Presentation</dc:subject>
  <dc:creator>Jolly Panda Studio</dc:creator>
  <cp:lastModifiedBy>Jolly Panda Studio</cp:lastModifiedBy>
  <cp:revision>1</cp:revision>
  <dcterms:created xsi:type="dcterms:W3CDTF">2026-10-01T14:34:08Z</dcterms:created>
  <dcterms:modified xsi:type="dcterms:W3CDTF">2026-10-01T14:34:08Z</dcterms:modified>
</cp:coreProperties>
</file>